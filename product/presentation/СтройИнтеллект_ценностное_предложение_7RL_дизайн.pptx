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62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СтройИнтеллект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66928" y="25420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служба технического заказчика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309067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финансово-технический контроль. Меньше ручной работы.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координация функций и действий по объекту.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1325880" cy="37088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2794041"/>
            <a:ext cx="1325880" cy="34235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ИИ-агентов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144768" y="2423160"/>
            <a:ext cx="1325880" cy="37088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44768" y="2794041"/>
            <a:ext cx="1325880" cy="34235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в массиве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671816" y="2423160"/>
            <a:ext cx="1325880" cy="37088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₽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71816" y="2794041"/>
            <a:ext cx="1325880" cy="34235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абонентских платежей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198864" y="2423160"/>
            <a:ext cx="1325880" cy="37088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локально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98864" y="2794041"/>
            <a:ext cx="1325880" cy="342351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заказчика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5989320" cy="80467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Технический, сметный, закупочный, финансовый и договорный контроль объекта в одном цифровом контуре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Существующий процесс </a:t>
            </a:r>
            <a:r>
              <a:rPr lang="en-US" sz="32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дорогой и медленный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Финансово-технический контроль распределён между функциями и во многом собирается вручную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2514600" cy="411480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процесс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2514600" cy="2670048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Сметы и КП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проекта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ПТО и сроки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сводка руководителем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310128" y="2240280"/>
            <a:ext cx="27432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Время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587752"/>
            <a:ext cx="2743200" cy="6126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и согласования проходят последовательно между подразделениями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236208" y="2240280"/>
            <a:ext cx="27432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Трудозатраты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587752"/>
            <a:ext cx="2743200" cy="6126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Сметы, КП, договоры и экономика объекта сопоставляются вручную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310128" y="3547872"/>
            <a:ext cx="27432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Межфункциональные разрывы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3895344"/>
            <a:ext cx="2743200" cy="6126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Технические, финансовые и договорные функции смотрят на объект отдельно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236208" y="3547872"/>
            <a:ext cx="27432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Позднее выявление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3895344"/>
            <a:ext cx="2743200" cy="6126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могут проявиться после выбора подрядчика или принятия обязательств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310128" y="4983480"/>
            <a:ext cx="5669280" cy="62179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крупных объектах даже небольшое отклонение стоимости превращается в финансово существенную сумму.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Что меняется с цифровой службой </a:t>
            </a:r>
            <a:r>
              <a:rPr lang="en-US" sz="31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технического заказчика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591056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49808" y="1920240"/>
            <a:ext cx="3794760" cy="384048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04288"/>
            <a:ext cx="3794760" cy="306324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Сметчик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ПТО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Закупки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</a:t>
            </a:r>
            <a:endParaRPr lang="en-US" sz="1240" dirty="0"/>
          </a:p>
          <a:p>
            <a:pPr marL="0" indent="0" algn="ctr">
              <a:buNone/>
            </a:pP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объединение выводов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623560" y="1920240"/>
            <a:ext cx="4526280" cy="384048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 СТРОЙИНТЕЛЛЕКТОМ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2304288"/>
            <a:ext cx="4526280" cy="306324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данные объекта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служба технического заказчика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параллельный анализ профильными ИИ-агентами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финансово-технический вывод</a:t>
            </a:r>
            <a:endParaRPr lang="en-US" sz="1260" dirty="0"/>
          </a:p>
          <a:p>
            <a:pPr marL="0" indent="0" algn="ctr">
              <a:buNone/>
            </a:pP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отклонения → деньги и сроки → действия → ответственные → контрольные даты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463040" y="5669280"/>
            <a:ext cx="7955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отдельные заключения разных функций — единая позиция службы технического заказчика по объекту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Клиентская </a:t>
            </a:r>
            <a:r>
              <a:rPr lang="en-US" sz="34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ценность</a:t>
            </a:r>
            <a:r>
              <a:rPr lang="en-US" sz="34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СтройИнтеллекта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последовательной разрозненной экспертизы — к единой цифровой работе службы технического заказчика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20574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Время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679192"/>
            <a:ext cx="20574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Короче цикл финансово-технической проверки и подготовки комплексного вывода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788920" y="2331720"/>
            <a:ext cx="20574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Трудозатраты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2679192"/>
            <a:ext cx="20574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ручного поиска, извлечения, сверки, расчётов и сводных материалов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10912" y="2331720"/>
            <a:ext cx="20574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Организационная сложность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2679192"/>
            <a:ext cx="20574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Техническая, сметная, финансовая и договорная оценки формируются на единой фактуре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232904" y="2331720"/>
            <a:ext cx="205740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Управляемость действий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32904" y="2679192"/>
            <a:ext cx="20574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перечень отклонений, вопросов, корректирующих мер, ответственных и дат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454896" y="2331720"/>
            <a:ext cx="20574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Финансовые риски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54896" y="2679192"/>
            <a:ext cx="20574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 выявляются потенциальные переплаты и их влияние на экономику проекта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66928" y="4828032"/>
            <a:ext cx="10927080" cy="47548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Повторяющиеся эффекты: быстрее проверять • меньше ручного труда • проще координировать функции • раньше видеть последствия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Быстрее получить </a:t>
            </a:r>
            <a:r>
              <a:rPr lang="en-US" sz="34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комплексный результат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формирования ответа системы при согласованной инфраструктуре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148840" cy="49926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 15 мин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2785262"/>
            <a:ext cx="2148840" cy="46085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Экспресс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154680" y="2286000"/>
            <a:ext cx="2148840" cy="49926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 1 ч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2785262"/>
            <a:ext cx="2148840" cy="46085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623560" y="2286000"/>
            <a:ext cx="2148840" cy="49926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 5 ч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2785262"/>
            <a:ext cx="2148840" cy="46085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274320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 сокращается цикл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50792"/>
            <a:ext cx="7086600" cy="123444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параллельный анализ документов по функциональным направлениям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автоматическое извлечение, сопоставление и расчёты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объединение результатов агентов в единый вывод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подготовка выгрузок и материалов для решения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85800" y="5623560"/>
            <a:ext cx="7086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это не обещание «полной экспертизы объекта за 15 минут», а режимы формирования ответа системы.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Меньше ручной работы </a:t>
            </a:r>
            <a:r>
              <a:rPr lang="en-US" sz="34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специалистов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20624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21992"/>
            <a:ext cx="4206240" cy="24414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 вручную: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ищет данные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переносит их между файлами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нормализует позиции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сопоставляет КП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проверяет арифметику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готовит заключение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303520" y="1874520"/>
            <a:ext cx="420624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221992"/>
            <a:ext cx="4206240" cy="244144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СтройИнтеллект готовит: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структурированные данные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сопоставление позиций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расчёты и отклонения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сводный вывод функций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реестр вопросов и действий</a:t>
            </a:r>
            <a:endParaRPr lang="en-US" sz="1220" dirty="0"/>
          </a:p>
          <a:p>
            <a:pPr marL="0" indent="0" algn="l">
              <a:buNone/>
            </a:pP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 проверяет результат и применяет профессиональное суждение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097280" y="5120640"/>
            <a:ext cx="79552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Экспертное время переносится с механической обработки информации на проверку выводов и подготовку решения.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Не только выявить отклонение — </a:t>
            </a:r>
            <a:r>
              <a:rPr lang="en-US" sz="31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организовать действие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02920" cy="1188720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1280160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Выявить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переплата / ошибка / риск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679192" y="2057400"/>
            <a:ext cx="502920" cy="1188720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27832" y="2057400"/>
            <a:ext cx="1280160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Оценить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в ₽ и на сроки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72584" y="2057400"/>
            <a:ext cx="502920" cy="1188720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21224" y="2057400"/>
            <a:ext cx="1280160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действие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уточнить / пересчитать / переговоры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665976" y="2057400"/>
            <a:ext cx="502920" cy="1188720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14616" y="2057400"/>
            <a:ext cx="1280160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Организовать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→ действие → ответственный → срок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659368" y="2057400"/>
            <a:ext cx="502920" cy="1188720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08008" y="2057400"/>
            <a:ext cx="1280160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Контролировать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открытых вопросов и дат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85800" y="3886200"/>
            <a:ext cx="97840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служба технического заказчика превращает результаты проверки в организованный процесс корректирующих действий.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736592"/>
            <a:ext cx="9784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меньше межфункциональных разрывов и понятнее, кто, что и к какому сроку должен сделать по объекту.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Последствия, а не только </a:t>
            </a:r>
            <a:r>
              <a:rPr lang="en-US" sz="34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отклонение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92608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данных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286000" cy="251460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Смета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КП подрядчика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Ведомость объёмов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Договор подряда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Исторические данные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246120" y="1874520"/>
            <a:ext cx="2286000" cy="292608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246120" y="2167128"/>
            <a:ext cx="2286000" cy="251460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Собственная расчётно-аналитическая оценка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Нормализация позиций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Сравнение с опорной базой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Выявление причин отклонений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806440" y="1874520"/>
            <a:ext cx="2286000" cy="292608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806440" y="2167128"/>
            <a:ext cx="2880360" cy="251460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Потенциальное отклонение, ₽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Причина: расценка / объём / двойной учёт / рынок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Влияние на себестоимость и маржу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Влияние на проектное финансирование и БДДС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Основа для переговоров и корректировки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8001000" cy="530352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СтройИнтеллект показывает не только, где есть отклонение, но и сколько оно может стоить проекту.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779008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влияния: отклонение → себестоимость → маржа → проектное финансирование → БДДС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Цифровая служба технического заказчика: </a:t>
            </a:r>
            <a:r>
              <a:rPr lang="en-US" sz="31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 ИИ-агентов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5146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контроль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21992"/>
            <a:ext cx="2514600" cy="7955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инженер проекта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ПТО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5146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и подрядчики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21992"/>
            <a:ext cx="2514600" cy="7955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Сметчик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Снабжение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подрядчиков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263640" y="1874520"/>
            <a:ext cx="25146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221992"/>
            <a:ext cx="2514600" cy="7955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Экономист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2514600" cy="347472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Договорные риски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2514600" cy="7955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251460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22192"/>
            <a:ext cx="2514600" cy="795528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108960" y="4919472"/>
            <a:ext cx="4480560" cy="50292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цифровая информационная модель объекта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669280"/>
            <a:ext cx="8092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Расчётный модуль + опорная база + собственная база данных + 250+ объектов обучающего массива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КРАСНЫХ ЛИНИЙ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27080" y="256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85248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685800" cy="32004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Внедрение и </a:t>
            </a:r>
            <a:r>
              <a:rPr lang="en-US" sz="35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коммерческие условия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F00000"/>
          </a:solidFill>
          <a:ln w="12700">
            <a:solidFill>
              <a:srgbClr val="F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22,5 млн ₽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321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проекта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НДС 22%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4,5 месяца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2321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реализации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календарных дней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2321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ИИ-агентов службы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технического заказчика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85800" y="3017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" y="3464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в обучающем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массиве 7КЛ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566160" y="3017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 месяцев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66160" y="3464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гарантийного сопровождения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доплаты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446520" y="3017520"/>
            <a:ext cx="2542032" cy="446959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₽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3464479"/>
            <a:ext cx="2542032" cy="412577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лицензионных и абонентских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платежей за использование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85800" y="4389120"/>
            <a:ext cx="8366760" cy="45720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в инфраструктуре заказчика • Интеграционный контур: StorHaus + API + структурированные файлы • Приёмка минимум на 2 реальных объектах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5230368"/>
            <a:ext cx="8366760" cy="475488"/>
          </a:xfrm>
          <a:prstGeom prst="rect">
            <a:avLst/>
          </a:prstGeom>
          <a:solidFill>
            <a:srgbClr val="F00000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подтвердить эффект цифровой службы технического заказчика на данных 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578815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контрольные объекты → расчёт → сравнение с фактом → фиксация времени, трудозатрат, отклонений и качества → промышленная эксплуатация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863</Words>
  <Application>Microsoft Office PowerPoint</Application>
  <PresentationFormat>Широкоэкранный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Arial Narrow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7 Красных Линий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СтройИнтеллект — ценностное предложение</dc:title>
  <dc:subject>СтройИнтеллект — цифровая служба технического заказчика</dc:subject>
  <dc:creator>7 Красных Линий</dc:creator>
  <cp:lastModifiedBy>v320</cp:lastModifiedBy>
  <cp:revision>2</cp:revision>
  <dcterms:created xsi:type="dcterms:W3CDTF">2026-08-11T17:09:41Z</dcterms:created>
  <dcterms:modified xsi:type="dcterms:W3CDTF">2026-08-11T17:13:34Z</dcterms:modified>
</cp:coreProperties>
</file>